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4" r:id="rId7"/>
    <p:sldId id="272" r:id="rId8"/>
    <p:sldId id="275" r:id="rId9"/>
    <p:sldId id="276" r:id="rId10"/>
    <p:sldId id="273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JetBrains Mono"/>
      <p:bold r:id="rId15"/>
    </p:embeddedFont>
    <p:embeddedFont>
      <p:font typeface="Plus Jakarta Sans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806630" cy="6858000"/>
          </a:xfrm>
          <a:prstGeom prst="rect">
            <a:avLst/>
          </a:prstGeom>
          <a:solidFill>
            <a:srgbClr val="0C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97105" y="0"/>
            <a:ext cx="952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995142"/>
            <a:ext cx="6577905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995142"/>
            <a:ext cx="6577905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630" y="0"/>
            <a:ext cx="4385369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2065" y="2571750"/>
            <a:ext cx="1714500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53083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472183"/>
            <a:ext cx="8633500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FFFFFF"/>
                </a:solidFill>
                <a:latin typeface="Plus Jakarta Sans"/>
              </a:rPr>
              <a:t>Smart Music Playlist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66467"/>
            <a:ext cx="5238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CA3AF"/>
                </a:solidFill>
                <a:latin typeface="Plus Jakarta Sans"/>
              </a:rPr>
              <a:t>A simple Java app to organize songs, create custom playlists, and search for tracks quickly.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2081658"/>
            <a:ext cx="2952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Plus Jakarta Sans"/>
              </a:rPr>
              <a:t>JAVA PROGRAMMING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195167"/>
            <a:ext cx="82223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Plus Jakarta Sans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52342"/>
            <a:ext cx="1123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3F4F6"/>
                </a:solidFill>
                <a:latin typeface="Plus Jakarta Sans"/>
              </a:rPr>
              <a:t>Srihitha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652367"/>
            <a:ext cx="11239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Plus Jakarta Sans"/>
              </a:rPr>
              <a:t>2620080034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2600" y="4452342"/>
            <a:ext cx="11049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3F4F6"/>
                </a:solidFill>
                <a:latin typeface="Plus Jakarta Sans"/>
              </a:rPr>
              <a:t>Radhika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2600" y="4652367"/>
            <a:ext cx="11049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Plus Jakarta Sans"/>
              </a:rPr>
              <a:t>2620030258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43025"/>
            <a:ext cx="4983658" cy="5057775"/>
          </a:xfrm>
          <a:prstGeom prst="roundRect">
            <a:avLst>
              <a:gd name="adj" fmla="val 22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1858" y="1343025"/>
            <a:ext cx="2804070" cy="2452687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78329" y="1343025"/>
            <a:ext cx="2804070" cy="2452687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21858" y="3948112"/>
            <a:ext cx="2804070" cy="2452687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78329" y="3948112"/>
            <a:ext cx="2804070" cy="2452687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98006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202781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833" y="152400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9304" y="152400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2833" y="4129087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9304" y="4129087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Overview &amp;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89535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An easy way to manage and play your favorite songs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669506"/>
            <a:ext cx="58159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Why We Made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002881"/>
            <a:ext cx="4526458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To help users organize songs easily, group them by genre, search instantly, and practice core Java programming concepts in a real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2833" y="1790700"/>
            <a:ext cx="320528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Create Playlists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2833" y="2028825"/>
            <a:ext cx="25373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Group songs by mood, artist, or music style.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9304" y="1790700"/>
            <a:ext cx="320528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Search Songs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9304" y="2028825"/>
            <a:ext cx="30526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Find any song quickly by name or singer.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2833" y="4395787"/>
            <a:ext cx="320528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Sort &amp; Mix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2833" y="4633912"/>
            <a:ext cx="25373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Mix up song order or sort by length and title.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9304" y="4395787"/>
            <a:ext cx="320528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Total Playing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9304" y="4633912"/>
            <a:ext cx="25373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Automatically calculate how long a playlist will play.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8450"/>
            <a:ext cx="5353050" cy="2105025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838450"/>
            <a:ext cx="5353050" cy="2105025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28962"/>
            <a:ext cx="20955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3128962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The Problem &amp; 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9535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Fixing messy music lists using simple Java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9675" y="3114675"/>
            <a:ext cx="23002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Plus Jakarta Sans"/>
              </a:rPr>
              <a:t>Common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543300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Messy Music Lists: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Hard to find and group mixed-up audio 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857625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Slow Searching: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Looking line-by-line takes too long in big lists.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171950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Duplicate Songs: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Same song saved multiple times wasting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486275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No Playing Time: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Hard to know total playlist duration manually.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9425" y="3114675"/>
            <a:ext cx="19002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4532D"/>
                </a:solidFill>
                <a:latin typeface="Plus Jakarta Sans"/>
              </a:rPr>
              <a:t>How Java Helps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3543300"/>
            <a:ext cx="5686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Objects: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Store title, artist, and length neatly together.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3857625"/>
            <a:ext cx="5686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HashMaps: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Find any song instantly by title or artist.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4171950"/>
            <a:ext cx="5686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LinkedLists: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Add, remove, and reorder songs smoothly.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4486275"/>
            <a:ext cx="5686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Tables: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Show clear list views with song times and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8000"/>
            <a:ext cx="325755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67225" y="3048000"/>
            <a:ext cx="325755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24850" y="3048000"/>
            <a:ext cx="325755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71662" y="3362325"/>
            <a:ext cx="733425" cy="247650"/>
          </a:xfrm>
          <a:prstGeom prst="roundRect">
            <a:avLst>
              <a:gd name="adj" fmla="val 50000"/>
            </a:avLst>
          </a:prstGeom>
          <a:solidFill>
            <a:srgbClr val="F7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19762" y="3362325"/>
            <a:ext cx="752475" cy="247650"/>
          </a:xfrm>
          <a:prstGeom prst="roundRect">
            <a:avLst>
              <a:gd name="adj" fmla="val 50000"/>
            </a:avLst>
          </a:prstGeom>
          <a:solidFill>
            <a:srgbClr val="F7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72625" y="3362325"/>
            <a:ext cx="762000" cy="247650"/>
          </a:xfrm>
          <a:prstGeom prst="roundRect">
            <a:avLst>
              <a:gd name="adj" fmla="val 50000"/>
            </a:avLst>
          </a:prstGeom>
          <a:solidFill>
            <a:srgbClr val="F7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824287"/>
            <a:ext cx="1428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5" y="3824287"/>
            <a:ext cx="1428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How the Program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14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Three easy steps from adding songs to viewing playlists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3087" y="3400425"/>
            <a:ext cx="7905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EF4444"/>
                </a:solidFill>
                <a:latin typeface="Plus Jakarta Sans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159" y="3762375"/>
            <a:ext cx="345043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Add Song Info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312" y="4114800"/>
            <a:ext cx="3286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Type in the song title, artist name, music style, and length in seconds.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1187" y="3400425"/>
            <a:ext cx="809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EF4444"/>
                </a:solidFill>
                <a:latin typeface="Plus Jakarta Sans"/>
              </a:rPr>
              <a:t>STEP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784" y="3762375"/>
            <a:ext cx="345043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Organize &amp;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2937" y="4114800"/>
            <a:ext cx="3286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The system checks for duplicates, sorts songs, and builds fast search links.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4050" y="3400425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EF4444"/>
                </a:solidFill>
                <a:latin typeface="Plus Jakarta Sans"/>
              </a:rP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8409" y="3762375"/>
            <a:ext cx="345043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Display Playlist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0562" y="4114800"/>
            <a:ext cx="3286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Print a clean table of songs along with the total playing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A1D42-5861-2CBF-79C1-FE08A024B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7653"/>
            <a:ext cx="12125788" cy="689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5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21C2AF-9675-C5A1-515F-FE0488F6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158"/>
            <a:ext cx="12211903" cy="684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8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C55E09-462D-E81B-5901-BE18C7958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2054636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9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0E3D64-7933-D0F8-623D-011369D33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020"/>
            <a:ext cx="12179545" cy="686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48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C9AD3-B437-92E3-8B40-DD9D4F488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270" y="0"/>
            <a:ext cx="122765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408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E23566-D193-CEA0-5FEA-AD8269E36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31" y="0"/>
            <a:ext cx="12197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7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85875"/>
            <a:ext cx="10972800" cy="5114925"/>
          </a:xfrm>
          <a:prstGeom prst="roundRect">
            <a:avLst>
              <a:gd name="adj" fmla="val 1862"/>
            </a:avLst>
          </a:prstGeom>
          <a:solidFill>
            <a:srgbClr val="050608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7725" y="4954934"/>
            <a:ext cx="10496550" cy="12077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7725" y="4954934"/>
            <a:ext cx="10496550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2190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762000"/>
            <a:ext cx="115824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How the Console Looks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76250"/>
            <a:ext cx="28217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Plus Jakarta Sans"/>
              </a:rPr>
              <a:t>PROGRAM SCREENSHOT /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1524000"/>
            <a:ext cx="11344275" cy="1794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CA3AF"/>
                </a:solidFill>
                <a:latin typeface="JetBrains Mono"/>
              </a:rPr>
              <a:t>================ SMART MUSIC PLAYLIST MANAGER ===============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703486"/>
            <a:ext cx="11344275" cy="1794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0A5FA"/>
                </a:solidFill>
                <a:latin typeface="JetBrains Mono"/>
              </a:rPr>
              <a:t>Enter Playlist Name:</a:t>
            </a:r>
            <a:r>
              <a:rPr sz="975" b="0" i="0" u="none">
                <a:solidFill>
                  <a:srgbClr val="E5E7EB"/>
                </a:solidFill>
                <a:latin typeface="JetBrains Mono"/>
              </a:rPr>
              <a:t> Chill Vibes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062460"/>
            <a:ext cx="11344275" cy="1794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0A5FA"/>
                </a:solidFill>
                <a:latin typeface="JetBrains Mono"/>
              </a:rPr>
              <a:t>Select Action: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241946"/>
            <a:ext cx="11344275" cy="1794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E5E7EB"/>
                </a:solidFill>
                <a:latin typeface="JetBrains Mono"/>
              </a:rPr>
              <a:t>1. Add Track | 2. Search Song | 3. Display Playlist | 4. Exit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421433"/>
            <a:ext cx="11344275" cy="1794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0A5FA"/>
                </a:solidFill>
                <a:latin typeface="JetBrains Mono"/>
              </a:rPr>
              <a:t>Enter choice (1-4):</a:t>
            </a:r>
            <a:r>
              <a:rPr sz="975" b="0" i="0" u="none">
                <a:solidFill>
                  <a:srgbClr val="E5E7EB"/>
                </a:solidFill>
                <a:latin typeface="JetBrains Mono"/>
              </a:rPr>
              <a:t>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5078759"/>
            <a:ext cx="11344275" cy="1794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1" i="0" u="none">
                <a:solidFill>
                  <a:srgbClr val="F59E0B"/>
                </a:solidFill>
                <a:latin typeface="JetBrains Mono"/>
              </a:rPr>
              <a:t>================ PLAYLIST: CHILL VIBES =================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5334446"/>
            <a:ext cx="4246438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EF4444"/>
                </a:solidFill>
                <a:latin typeface="JetBrains Mono"/>
              </a:rPr>
              <a:t>TRACK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5500092"/>
            <a:ext cx="4246438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1. Starboy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5665737"/>
            <a:ext cx="4246438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2. Perfect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831383"/>
            <a:ext cx="4246438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3. Night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5997029"/>
            <a:ext cx="4246438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4. Sunflower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7275" y="5334446"/>
            <a:ext cx="4246624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EF4444"/>
                </a:solidFill>
                <a:latin typeface="JetBrains Mono"/>
              </a:rPr>
              <a:t>ARTIST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7275" y="5500092"/>
            <a:ext cx="4246624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The Weeknd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7275" y="5665737"/>
            <a:ext cx="4246624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Ed Sheeran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7275" y="5831383"/>
            <a:ext cx="4246624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One Direction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7275" y="5997029"/>
            <a:ext cx="4246624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Post Malone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975" y="5334446"/>
            <a:ext cx="4245024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i="0" u="none">
                <a:solidFill>
                  <a:srgbClr val="EF4444"/>
                </a:solidFill>
                <a:latin typeface="JetBrains Mono"/>
              </a:rPr>
              <a:t>DURATION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6975" y="5500092"/>
            <a:ext cx="4245024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3:50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6975" y="5665737"/>
            <a:ext cx="4245024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4:23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975" y="5831383"/>
            <a:ext cx="4245024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3:46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975" y="5997029"/>
            <a:ext cx="4245024" cy="165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E5E7EB"/>
                </a:solidFill>
                <a:latin typeface="JetBrains Mono"/>
              </a:rPr>
              <a:t>2:38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6075"/>
            <a:ext cx="5353050" cy="197167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886075"/>
            <a:ext cx="5353050" cy="197167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86112"/>
            <a:ext cx="2190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3186112"/>
            <a:ext cx="23812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Summary &amp;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9535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How the project pieces fit together and what we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3162300"/>
            <a:ext cx="5970746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Main Program Parts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8950" y="3162300"/>
            <a:ext cx="5353050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What We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552825"/>
            <a:ext cx="6000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User Menu: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Takes choices and inputs on the console screen.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838575"/>
            <a:ext cx="6000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Program Logic: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Handles search, sorting, and time calculations.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124325"/>
            <a:ext cx="6000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Data Storage: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Keeps songs saved in memory while running.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410075"/>
            <a:ext cx="6000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Song Models: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Holds details for </a:t>
            </a:r>
            <a:r>
              <a:rPr sz="1050" b="0" i="0" u="none">
                <a:solidFill>
                  <a:srgbClr val="DC2626"/>
                </a:solidFill>
                <a:latin typeface="Plus Jakarta Sans"/>
              </a:rPr>
              <a:t>Song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and </a:t>
            </a:r>
            <a:r>
              <a:rPr sz="1050" b="0" i="0" u="none">
                <a:solidFill>
                  <a:srgbClr val="DC2626"/>
                </a:solidFill>
                <a:latin typeface="Plus Jakarta Sans"/>
              </a:rPr>
              <a:t>Playlist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3552825"/>
            <a:ext cx="5686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Fast Searching: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Using HashMaps and LinkedLists for speed.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3838575"/>
            <a:ext cx="5686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Clean Java Code: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Keeping song info organized inside classes.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4124325"/>
            <a:ext cx="5686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Error Prevention: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Stopping wrong menu picks from crashing the 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4410075"/>
            <a:ext cx="5686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Clear Reports: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Printing neat tables for tracks and song times.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90762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462212"/>
            <a:ext cx="2667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9549" y="3128962"/>
            <a:ext cx="321290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68265" y="3862387"/>
            <a:ext cx="56554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CA3AF"/>
                </a:solidFill>
                <a:latin typeface="Plus Jakarta Sans"/>
              </a:rPr>
              <a:t>Smart Music Playlist Manager · Java Programming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0265" y="4386262"/>
            <a:ext cx="18930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Srihitha </a:t>
            </a:r>
            <a:r>
              <a:rPr sz="975" b="1" i="0" u="none">
                <a:solidFill>
                  <a:srgbClr val="9CA3AF"/>
                </a:solidFill>
                <a:latin typeface="Plus Jakarta Sans"/>
              </a:rPr>
              <a:t>(2620080034)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5975" y="4386262"/>
            <a:ext cx="371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493" y="4386262"/>
            <a:ext cx="1928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Radhika </a:t>
            </a:r>
            <a:r>
              <a:rPr sz="975" b="1" i="0" u="none">
                <a:solidFill>
                  <a:srgbClr val="9CA3AF"/>
                </a:solidFill>
                <a:latin typeface="Plus Jakarta Sans"/>
              </a:rPr>
              <a:t>(2620030258)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521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Plus Jakarta Sans</vt:lpstr>
      <vt:lpstr>Calibri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manneradhika@outlook.com</cp:lastModifiedBy>
  <cp:revision>2</cp:revision>
  <dcterms:created xsi:type="dcterms:W3CDTF">2013-01-27T09:14:16Z</dcterms:created>
  <dcterms:modified xsi:type="dcterms:W3CDTF">2026-10-15T14:37:03Z</dcterms:modified>
  <cp:category/>
</cp:coreProperties>
</file>