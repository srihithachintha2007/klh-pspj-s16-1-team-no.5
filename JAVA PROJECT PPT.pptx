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4" r:id="rId3"/>
    <p:sldId id="257" r:id="rId4"/>
    <p:sldId id="258" r:id="rId5"/>
    <p:sldId id="259" r:id="rId6"/>
    <p:sldId id="260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B212EA-B365-497D-973E-410CB79367A3}" v="17" dt="2026-09-15T04:30:22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hitha Chintha" userId="ad88857a20b777f3" providerId="LiveId" clId="{D163F958-004B-4C2F-8239-3487BE432AFA}"/>
    <pc:docChg chg="custSel addSld delSld modSld">
      <pc:chgData name="Srihitha Chintha" userId="ad88857a20b777f3" providerId="LiveId" clId="{D163F958-004B-4C2F-8239-3487BE432AFA}" dt="2026-09-15T04:31:34.497" v="505" actId="1076"/>
      <pc:docMkLst>
        <pc:docMk/>
      </pc:docMkLst>
      <pc:sldChg chg="delSp modSp mod">
        <pc:chgData name="Srihitha Chintha" userId="ad88857a20b777f3" providerId="LiveId" clId="{D163F958-004B-4C2F-8239-3487BE432AFA}" dt="2026-09-15T04:31:34.497" v="505" actId="1076"/>
        <pc:sldMkLst>
          <pc:docMk/>
          <pc:sldMk cId="2066556418" sldId="256"/>
        </pc:sldMkLst>
        <pc:spChg chg="mod">
          <ac:chgData name="Srihitha Chintha" userId="ad88857a20b777f3" providerId="LiveId" clId="{D163F958-004B-4C2F-8239-3487BE432AFA}" dt="2026-09-15T04:31:29.262" v="504" actId="1076"/>
          <ac:spMkLst>
            <pc:docMk/>
            <pc:sldMk cId="2066556418" sldId="256"/>
            <ac:spMk id="2" creationId="{E627FB62-B103-D0C3-1CE3-C187544E0D2A}"/>
          </ac:spMkLst>
        </pc:spChg>
        <pc:spChg chg="mod">
          <ac:chgData name="Srihitha Chintha" userId="ad88857a20b777f3" providerId="LiveId" clId="{D163F958-004B-4C2F-8239-3487BE432AFA}" dt="2026-09-15T04:31:34.497" v="505" actId="1076"/>
          <ac:spMkLst>
            <pc:docMk/>
            <pc:sldMk cId="2066556418" sldId="256"/>
            <ac:spMk id="4" creationId="{8F8CFD23-F736-62B5-DAC2-860F8E503C52}"/>
          </ac:spMkLst>
        </pc:spChg>
        <pc:spChg chg="del mod">
          <ac:chgData name="Srihitha Chintha" userId="ad88857a20b777f3" providerId="LiveId" clId="{D163F958-004B-4C2F-8239-3487BE432AFA}" dt="2026-09-15T03:53:25.382" v="24" actId="478"/>
          <ac:spMkLst>
            <pc:docMk/>
            <pc:sldMk cId="2066556418" sldId="256"/>
            <ac:spMk id="6" creationId="{8FBC70E7-90DC-D503-F364-4AECC29620A8}"/>
          </ac:spMkLst>
        </pc:spChg>
        <pc:picChg chg="mod">
          <ac:chgData name="Srihitha Chintha" userId="ad88857a20b777f3" providerId="LiveId" clId="{D163F958-004B-4C2F-8239-3487BE432AFA}" dt="2026-09-14T18:51:39.745" v="1" actId="1076"/>
          <ac:picMkLst>
            <pc:docMk/>
            <pc:sldMk cId="2066556418" sldId="256"/>
            <ac:picMk id="10" creationId="{2DEE0588-4B0B-C7AB-925C-58A7A43ABE3C}"/>
          </ac:picMkLst>
        </pc:picChg>
      </pc:sldChg>
      <pc:sldChg chg="modSp mod">
        <pc:chgData name="Srihitha Chintha" userId="ad88857a20b777f3" providerId="LiveId" clId="{D163F958-004B-4C2F-8239-3487BE432AFA}" dt="2026-09-15T03:57:50.364" v="69" actId="13926"/>
        <pc:sldMkLst>
          <pc:docMk/>
          <pc:sldMk cId="3350148305" sldId="257"/>
        </pc:sldMkLst>
        <pc:spChg chg="mod">
          <ac:chgData name="Srihitha Chintha" userId="ad88857a20b777f3" providerId="LiveId" clId="{D163F958-004B-4C2F-8239-3487BE432AFA}" dt="2026-09-15T03:57:05.122" v="65" actId="1076"/>
          <ac:spMkLst>
            <pc:docMk/>
            <pc:sldMk cId="3350148305" sldId="257"/>
            <ac:spMk id="2" creationId="{4C91D9F6-F66C-5320-8A35-7CEEBBFA0486}"/>
          </ac:spMkLst>
        </pc:spChg>
        <pc:spChg chg="mod">
          <ac:chgData name="Srihitha Chintha" userId="ad88857a20b777f3" providerId="LiveId" clId="{D163F958-004B-4C2F-8239-3487BE432AFA}" dt="2026-09-15T03:57:50.364" v="69" actId="13926"/>
          <ac:spMkLst>
            <pc:docMk/>
            <pc:sldMk cId="3350148305" sldId="257"/>
            <ac:spMk id="6" creationId="{5D06C9A9-D958-F057-8904-F366605D7C6A}"/>
          </ac:spMkLst>
        </pc:spChg>
        <pc:picChg chg="mod">
          <ac:chgData name="Srihitha Chintha" userId="ad88857a20b777f3" providerId="LiveId" clId="{D163F958-004B-4C2F-8239-3487BE432AFA}" dt="2026-09-15T03:57:10.908" v="66" actId="1076"/>
          <ac:picMkLst>
            <pc:docMk/>
            <pc:sldMk cId="3350148305" sldId="257"/>
            <ac:picMk id="5" creationId="{672FF7CD-6199-7CF1-AED5-6191C09F1D8A}"/>
          </ac:picMkLst>
        </pc:picChg>
      </pc:sldChg>
      <pc:sldChg chg="addSp delSp modSp mod">
        <pc:chgData name="Srihitha Chintha" userId="ad88857a20b777f3" providerId="LiveId" clId="{D163F958-004B-4C2F-8239-3487BE432AFA}" dt="2026-09-15T04:21:38.434" v="463" actId="404"/>
        <pc:sldMkLst>
          <pc:docMk/>
          <pc:sldMk cId="132588850" sldId="258"/>
        </pc:sldMkLst>
        <pc:spChg chg="mod">
          <ac:chgData name="Srihitha Chintha" userId="ad88857a20b777f3" providerId="LiveId" clId="{D163F958-004B-4C2F-8239-3487BE432AFA}" dt="2026-09-15T04:00:18.148" v="114" actId="113"/>
          <ac:spMkLst>
            <pc:docMk/>
            <pc:sldMk cId="132588850" sldId="258"/>
            <ac:spMk id="2" creationId="{19F976D0-3288-7D2C-6203-32911C979BE9}"/>
          </ac:spMkLst>
        </pc:spChg>
        <pc:spChg chg="add mod">
          <ac:chgData name="Srihitha Chintha" userId="ad88857a20b777f3" providerId="LiveId" clId="{D163F958-004B-4C2F-8239-3487BE432AFA}" dt="2026-09-15T04:21:38.434" v="463" actId="404"/>
          <ac:spMkLst>
            <pc:docMk/>
            <pc:sldMk cId="132588850" sldId="258"/>
            <ac:spMk id="16" creationId="{BDE5351C-8F80-5C5F-69C8-9CA6E6CB08CF}"/>
          </ac:spMkLst>
        </pc:spChg>
        <pc:picChg chg="del">
          <ac:chgData name="Srihitha Chintha" userId="ad88857a20b777f3" providerId="LiveId" clId="{D163F958-004B-4C2F-8239-3487BE432AFA}" dt="2026-09-15T03:58:02.271" v="71" actId="478"/>
          <ac:picMkLst>
            <pc:docMk/>
            <pc:sldMk cId="132588850" sldId="258"/>
            <ac:picMk id="6" creationId="{EEA2D992-15A5-720B-2640-DA4F01ED3960}"/>
          </ac:picMkLst>
        </pc:picChg>
        <pc:picChg chg="del">
          <ac:chgData name="Srihitha Chintha" userId="ad88857a20b777f3" providerId="LiveId" clId="{D163F958-004B-4C2F-8239-3487BE432AFA}" dt="2026-09-15T03:58:03.525" v="72" actId="478"/>
          <ac:picMkLst>
            <pc:docMk/>
            <pc:sldMk cId="132588850" sldId="258"/>
            <ac:picMk id="8" creationId="{09F18DD8-43F6-9966-8012-467663EEF9D6}"/>
          </ac:picMkLst>
        </pc:picChg>
      </pc:sldChg>
      <pc:sldChg chg="addSp delSp modSp mod">
        <pc:chgData name="Srihitha Chintha" userId="ad88857a20b777f3" providerId="LiveId" clId="{D163F958-004B-4C2F-8239-3487BE432AFA}" dt="2026-09-15T04:26:48.674" v="480" actId="20577"/>
        <pc:sldMkLst>
          <pc:docMk/>
          <pc:sldMk cId="1261749901" sldId="259"/>
        </pc:sldMkLst>
        <pc:spChg chg="mod">
          <ac:chgData name="Srihitha Chintha" userId="ad88857a20b777f3" providerId="LiveId" clId="{D163F958-004B-4C2F-8239-3487BE432AFA}" dt="2026-09-15T04:00:24.615" v="115" actId="113"/>
          <ac:spMkLst>
            <pc:docMk/>
            <pc:sldMk cId="1261749901" sldId="259"/>
            <ac:spMk id="2" creationId="{C9CB4B08-C1A1-1418-945A-9CE2C560899A}"/>
          </ac:spMkLst>
        </pc:spChg>
        <pc:spChg chg="del">
          <ac:chgData name="Srihitha Chintha" userId="ad88857a20b777f3" providerId="LiveId" clId="{D163F958-004B-4C2F-8239-3487BE432AFA}" dt="2026-09-15T03:58:12.233" v="74" actId="478"/>
          <ac:spMkLst>
            <pc:docMk/>
            <pc:sldMk cId="1261749901" sldId="259"/>
            <ac:spMk id="9" creationId="{9692939E-CD0E-6117-0A8E-4774C6997F5C}"/>
          </ac:spMkLst>
        </pc:spChg>
        <pc:spChg chg="add mod">
          <ac:chgData name="Srihitha Chintha" userId="ad88857a20b777f3" providerId="LiveId" clId="{D163F958-004B-4C2F-8239-3487BE432AFA}" dt="2026-09-15T04:26:48.674" v="480" actId="20577"/>
          <ac:spMkLst>
            <pc:docMk/>
            <pc:sldMk cId="1261749901" sldId="259"/>
            <ac:spMk id="14" creationId="{C7AF2C7F-8CA5-DFEC-9D82-4D51F021041C}"/>
          </ac:spMkLst>
        </pc:spChg>
      </pc:sldChg>
      <pc:sldChg chg="addSp delSp modSp mod">
        <pc:chgData name="Srihitha Chintha" userId="ad88857a20b777f3" providerId="LiveId" clId="{D163F958-004B-4C2F-8239-3487BE432AFA}" dt="2026-09-15T04:30:52.168" v="502" actId="1076"/>
        <pc:sldMkLst>
          <pc:docMk/>
          <pc:sldMk cId="2448795467" sldId="260"/>
        </pc:sldMkLst>
        <pc:spChg chg="mod">
          <ac:chgData name="Srihitha Chintha" userId="ad88857a20b777f3" providerId="LiveId" clId="{D163F958-004B-4C2F-8239-3487BE432AFA}" dt="2026-09-15T04:00:28.490" v="116" actId="113"/>
          <ac:spMkLst>
            <pc:docMk/>
            <pc:sldMk cId="2448795467" sldId="260"/>
            <ac:spMk id="2" creationId="{BE17DDE8-BDB1-D774-3975-8B95E82B901A}"/>
          </ac:spMkLst>
        </pc:spChg>
        <pc:spChg chg="add mod">
          <ac:chgData name="Srihitha Chintha" userId="ad88857a20b777f3" providerId="LiveId" clId="{D163F958-004B-4C2F-8239-3487BE432AFA}" dt="2026-09-15T04:30:52.168" v="502" actId="1076"/>
          <ac:spMkLst>
            <pc:docMk/>
            <pc:sldMk cId="2448795467" sldId="260"/>
            <ac:spMk id="13" creationId="{B212DE11-66FA-4F98-FF03-8058E72BA64D}"/>
          </ac:spMkLst>
        </pc:spChg>
        <pc:picChg chg="mod">
          <ac:chgData name="Srihitha Chintha" userId="ad88857a20b777f3" providerId="LiveId" clId="{D163F958-004B-4C2F-8239-3487BE432AFA}" dt="2026-09-15T03:58:26.905" v="77" actId="1076"/>
          <ac:picMkLst>
            <pc:docMk/>
            <pc:sldMk cId="2448795467" sldId="260"/>
            <ac:picMk id="6" creationId="{718551B7-BA51-09A8-474F-B78CD9C9A549}"/>
          </ac:picMkLst>
        </pc:picChg>
        <pc:picChg chg="del">
          <ac:chgData name="Srihitha Chintha" userId="ad88857a20b777f3" providerId="LiveId" clId="{D163F958-004B-4C2F-8239-3487BE432AFA}" dt="2026-09-15T03:58:17.756" v="75" actId="478"/>
          <ac:picMkLst>
            <pc:docMk/>
            <pc:sldMk cId="2448795467" sldId="260"/>
            <ac:picMk id="8" creationId="{5D9CE28B-BAE5-FAE9-CF30-3E8828B5DA2E}"/>
          </ac:picMkLst>
        </pc:picChg>
        <pc:picChg chg="add mod">
          <ac:chgData name="Srihitha Chintha" userId="ad88857a20b777f3" providerId="LiveId" clId="{D163F958-004B-4C2F-8239-3487BE432AFA}" dt="2026-09-15T04:00:40.678" v="118" actId="1076"/>
          <ac:picMkLst>
            <pc:docMk/>
            <pc:sldMk cId="2448795467" sldId="260"/>
            <ac:picMk id="12" creationId="{096D391F-F169-4EBD-0EBC-A0C21EB6D675}"/>
          </ac:picMkLst>
        </pc:picChg>
      </pc:sldChg>
      <pc:sldChg chg="del">
        <pc:chgData name="Srihitha Chintha" userId="ad88857a20b777f3" providerId="LiveId" clId="{D163F958-004B-4C2F-8239-3487BE432AFA}" dt="2026-09-15T03:59:00.240" v="78" actId="2696"/>
        <pc:sldMkLst>
          <pc:docMk/>
          <pc:sldMk cId="1202704966" sldId="261"/>
        </pc:sldMkLst>
      </pc:sldChg>
      <pc:sldChg chg="del">
        <pc:chgData name="Srihitha Chintha" userId="ad88857a20b777f3" providerId="LiveId" clId="{D163F958-004B-4C2F-8239-3487BE432AFA}" dt="2026-09-15T03:59:16.326" v="79" actId="2696"/>
        <pc:sldMkLst>
          <pc:docMk/>
          <pc:sldMk cId="2152294439" sldId="262"/>
        </pc:sldMkLst>
      </pc:sldChg>
      <pc:sldChg chg="addSp delSp modSp new mod">
        <pc:chgData name="Srihitha Chintha" userId="ad88857a20b777f3" providerId="LiveId" clId="{D163F958-004B-4C2F-8239-3487BE432AFA}" dt="2026-09-15T03:53:04.807" v="20" actId="1076"/>
        <pc:sldMkLst>
          <pc:docMk/>
          <pc:sldMk cId="166229470" sldId="264"/>
        </pc:sldMkLst>
        <pc:spChg chg="del mod">
          <ac:chgData name="Srihitha Chintha" userId="ad88857a20b777f3" providerId="LiveId" clId="{D163F958-004B-4C2F-8239-3487BE432AFA}" dt="2026-09-15T03:51:16.421" v="4" actId="478"/>
          <ac:spMkLst>
            <pc:docMk/>
            <pc:sldMk cId="166229470" sldId="264"/>
            <ac:spMk id="2" creationId="{A3E04EB2-DD50-7651-C738-5065C3040945}"/>
          </ac:spMkLst>
        </pc:spChg>
        <pc:spChg chg="mod">
          <ac:chgData name="Srihitha Chintha" userId="ad88857a20b777f3" providerId="LiveId" clId="{D163F958-004B-4C2F-8239-3487BE432AFA}" dt="2026-09-15T03:53:04.807" v="20" actId="1076"/>
          <ac:spMkLst>
            <pc:docMk/>
            <pc:sldMk cId="166229470" sldId="264"/>
            <ac:spMk id="3" creationId="{8E713991-1892-552A-7994-62C96CAA962C}"/>
          </ac:spMkLst>
        </pc:spChg>
        <pc:picChg chg="add">
          <ac:chgData name="Srihitha Chintha" userId="ad88857a20b777f3" providerId="LiveId" clId="{D163F958-004B-4C2F-8239-3487BE432AFA}" dt="2026-09-15T03:51:21.428" v="5" actId="22"/>
          <ac:picMkLst>
            <pc:docMk/>
            <pc:sldMk cId="166229470" sldId="264"/>
            <ac:picMk id="5" creationId="{AFB864B8-20A0-57DB-38C6-5C8E966E3304}"/>
          </ac:picMkLst>
        </pc:picChg>
        <pc:picChg chg="add del mod">
          <ac:chgData name="Srihitha Chintha" userId="ad88857a20b777f3" providerId="LiveId" clId="{D163F958-004B-4C2F-8239-3487BE432AFA}" dt="2026-09-15T03:51:56.184" v="13" actId="478"/>
          <ac:picMkLst>
            <pc:docMk/>
            <pc:sldMk cId="166229470" sldId="264"/>
            <ac:picMk id="7" creationId="{5BB6D6E4-690E-5CDE-6A20-A6BFB88590C8}"/>
          </ac:picMkLst>
        </pc:picChg>
        <pc:picChg chg="add mod">
          <ac:chgData name="Srihitha Chintha" userId="ad88857a20b777f3" providerId="LiveId" clId="{D163F958-004B-4C2F-8239-3487BE432AFA}" dt="2026-09-15T03:52:57.833" v="19" actId="1076"/>
          <ac:picMkLst>
            <pc:docMk/>
            <pc:sldMk cId="166229470" sldId="264"/>
            <ac:picMk id="9" creationId="{E67BCA18-4CE3-9B02-067C-44A7FB89302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ABA7A9-6403-48A3-93A5-1F63BD66905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85A1D-F03B-465A-ABC0-698BF3608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199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185A1D-F03B-465A-ABC0-698BF3608D4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425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7D4F7-F0A0-9633-4853-989B0D91E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22835-AB8F-91A4-33F2-263C57949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445E8-21A8-4F7A-D669-B378BAC2E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E209-00C2-46B8-8B9B-61270C32E184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AAC5C-F968-2F97-8D3A-7DD82ABD9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299FD-FC49-1203-E454-15502A2EF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9A30-0647-439D-A400-8D5A67393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525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8D926-E063-CEF7-2A08-A8A664176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6AA4D-58B8-0239-3102-C95A22CB9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55A87-0D6F-01F9-239B-915A640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E209-00C2-46B8-8B9B-61270C32E184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AB8B-2A1A-9371-1FF4-FA2716626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7E211-E4DE-D7BB-9546-55EC737C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9A30-0647-439D-A400-8D5A67393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504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8D3BE-6836-ED86-741F-50FB4CDDA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6C407-4D42-9C4E-BD45-B6F2041F1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C52B1-6D95-A7FC-B91F-3AEDAADB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E209-00C2-46B8-8B9B-61270C32E184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13985-C9EB-0480-B29F-086A67070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EB67D-6F62-0D15-002E-926701700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9A30-0647-439D-A400-8D5A67393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96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5E0F2-1C8F-79FF-852C-D960A723F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84C8C-BD1E-4F9A-83AE-60329C0A5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D8192-2428-21BB-0FE5-E93316BE1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9CC7D-6B10-A2D3-7AAB-87AB4F9BD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E209-00C2-46B8-8B9B-61270C32E184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42382-295E-0A5B-7D12-B1CB15C01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AB994-1FF1-144C-76D6-6416AE62D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9A30-0647-439D-A400-8D5A67393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519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E5BA8-1CDE-8BAE-6996-B08F18ED6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FF3D9-0EFB-7CEE-EA02-91C70B814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3A1AA-D6FF-7280-B4AD-96C10041C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29042A-AF73-D88A-B0B7-7FEA8A3212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9FFD83-4E27-C517-E79F-440AA53F99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0B6794-17BC-ABBE-2E20-7150426A7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E209-00C2-46B8-8B9B-61270C32E184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698463-BBE7-4D42-35FA-4F9828151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B56DE-4A96-7610-62E8-B847F30DF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9A30-0647-439D-A400-8D5A67393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451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6E3A4-7303-9B33-BCB0-8CEEC04C9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1FB3F-477A-C5AE-8ADA-BEF16A58B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E209-00C2-46B8-8B9B-61270C32E184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F08534-1E21-8BD1-188B-5AA9F1B9B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E1C1A-9038-D4F4-AD22-762ABD0BC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9A30-0647-439D-A400-8D5A67393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769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C49004-AECE-1D25-1558-D74F9243C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E209-00C2-46B8-8B9B-61270C32E184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3BF4B5-DDDC-3D94-8039-88BB5A731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C2502-ECBB-C237-520F-737CA6C39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9A30-0647-439D-A400-8D5A67393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032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74EB-D2B8-A13D-4D22-DFE4C84DA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2F170-2150-7098-A469-C7134EF05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6AC395-5553-B5FE-2B45-0EFED37A7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D818F-1DD7-147E-FFB5-D42EC0B40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E209-00C2-46B8-8B9B-61270C32E184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FCEF3-CF66-1EA0-E8F3-156D9E6AA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741BE-1460-E43C-197E-3FFC1856C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9A30-0647-439D-A400-8D5A67393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932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4F39B-4A1F-2C22-F6A6-6EBE61FC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311C58-FCAC-8D42-39C4-677969AF22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E6FE3-B5AE-6D59-3705-6392EA2C3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D6522-06CE-BAE5-8D6F-AE2719140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E209-00C2-46B8-8B9B-61270C32E184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CD32E-64B7-6503-C9E3-12C56806A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75C30-69DC-2305-CEEB-DF06ABE2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9A30-0647-439D-A400-8D5A67393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604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AD35D-2FBF-9B87-71A8-E651C14FD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59E31C-A067-EDD1-2AB5-CA6205B29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7AB6B-8A5C-2DE9-7E22-265921C2C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E209-00C2-46B8-8B9B-61270C32E184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D51D5-F721-35EC-A40E-F9BF7C067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91C09-9AAE-642E-E7AC-BCCB0E669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9A30-0647-439D-A400-8D5A67393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024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F8E31A-B130-9CCE-BCEE-D38155E34C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4815B4-B58F-3DC0-95E7-814313201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DDC4B-BD02-DAB8-88B7-9EAB1CEC9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E209-00C2-46B8-8B9B-61270C32E184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19223-F154-B4FF-FCE3-37A38B8C6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A0FD5-30E6-AE9C-4188-A82F62772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9A30-0647-439D-A400-8D5A67393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859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FC4B83-0008-401E-672A-1348745AC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D32B7-481B-7C04-7A99-BB5E331E4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19157-531B-9B9F-E9A0-F402DC23AC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F9E209-00C2-46B8-8B9B-61270C32E184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92030-99BB-B834-D70E-E0825732E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02D61-263E-0178-9B23-A38DFCD4C9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69A30-0647-439D-A400-8D5A67393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243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7FB62-B103-D0C3-1CE3-C187544E0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1534" y="3313949"/>
            <a:ext cx="9143999" cy="1909763"/>
          </a:xfrm>
        </p:spPr>
        <p:txBody>
          <a:bodyPr>
            <a:normAutofit fontScale="90000"/>
          </a:bodyPr>
          <a:lstStyle/>
          <a:p>
            <a:r>
              <a:rPr lang="en-IN" sz="5300" b="1" dirty="0">
                <a:latin typeface="Algerian" panose="04020705040A02060702" pitchFamily="82" charset="0"/>
              </a:rPr>
              <a:t>Music Playlist &amp;</a:t>
            </a:r>
            <a:br>
              <a:rPr lang="en-IN" sz="5300" b="1" dirty="0">
                <a:latin typeface="Algerian" panose="04020705040A02060702" pitchFamily="82" charset="0"/>
              </a:rPr>
            </a:br>
            <a:r>
              <a:rPr lang="en-IN" sz="5300" b="1" dirty="0">
                <a:latin typeface="Algerian" panose="04020705040A02060702" pitchFamily="82" charset="0"/>
              </a:rPr>
              <a:t>Listening Stats Manager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8CFD23-F736-62B5-DAC2-860F8E503C52}"/>
              </a:ext>
            </a:extLst>
          </p:cNvPr>
          <p:cNvSpPr txBox="1"/>
          <p:nvPr/>
        </p:nvSpPr>
        <p:spPr>
          <a:xfrm>
            <a:off x="4169833" y="3979112"/>
            <a:ext cx="6781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Robust, Offline Java-Based Media Organiser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EE0588-4B0B-C7AB-925C-58A7A43AB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701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56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13991-1892-552A-7994-62C96CAA9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533" y="2171303"/>
            <a:ext cx="7382934" cy="2515394"/>
          </a:xfrm>
        </p:spPr>
        <p:txBody>
          <a:bodyPr/>
          <a:lstStyle/>
          <a:p>
            <a:pPr marL="0" indent="0" algn="ctr">
              <a:buNone/>
            </a:pPr>
            <a:r>
              <a:rPr lang="en-IN" b="1" i="1" u="sng" dirty="0">
                <a:solidFill>
                  <a:srgbClr val="FF0000"/>
                </a:solidFill>
              </a:rPr>
              <a:t>Project done by:-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Srihitha Chintha 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(2620080034)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Manne Radhika</a:t>
            </a:r>
          </a:p>
          <a:p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(2620030258)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B864B8-20A0-57DB-38C6-5C8E966E3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1179"/>
            <a:ext cx="3429000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7BCA18-4CE3-9B02-067C-44A7FB893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133" y="3014133"/>
            <a:ext cx="4042833" cy="400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29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1D9F6-F66C-5320-8A35-7CEEBBFA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7310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>
                <a:latin typeface="Agency FB" panose="020B0503020202020204" pitchFamily="34" charset="0"/>
              </a:rPr>
              <a:t>Project Abstract</a:t>
            </a:r>
            <a:endParaRPr lang="en-IN" sz="6000" dirty="0">
              <a:latin typeface="Agency FB" panose="020B05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FF7CD-6199-7CF1-AED5-6191C09F1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536" y="409840"/>
            <a:ext cx="1688925" cy="4053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06C9A9-D958-F057-8904-F366605D7C6A}"/>
              </a:ext>
            </a:extLst>
          </p:cNvPr>
          <p:cNvSpPr txBox="1"/>
          <p:nvPr/>
        </p:nvSpPr>
        <p:spPr>
          <a:xfrm>
            <a:off x="2023534" y="1837809"/>
            <a:ext cx="7179733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What It's All About</a:t>
            </a:r>
            <a:endParaRPr lang="en-IN" dirty="0">
              <a:highlight>
                <a:srgbClr val="FFFF00"/>
              </a:highlight>
            </a:endParaRPr>
          </a:p>
          <a:p>
            <a:r>
              <a:rPr lang="en-IN" dirty="0"/>
              <a:t>Ever wonder how much music you actually listen to, or wish organising your favourite songs was simpler? The </a:t>
            </a:r>
            <a:r>
              <a:rPr lang="en-IN" b="1" dirty="0"/>
              <a:t>Music Playlist &amp; Listening-Stats Manager</a:t>
            </a:r>
            <a:r>
              <a:rPr lang="en-IN" dirty="0"/>
              <a:t> is a Java application built to solve just that. It lets users create and manage custom music playlists while automatically keeping track of their listening habits—like how many times a song has been played and what their overall favourite tracks are.</a:t>
            </a:r>
          </a:p>
          <a:p>
            <a:r>
              <a:rPr lang="en-IN" b="1" dirty="0">
                <a:highlight>
                  <a:srgbClr val="FFFF00"/>
                </a:highlight>
              </a:rPr>
              <a:t>What It Does (Key Features)</a:t>
            </a:r>
            <a:endParaRPr lang="en-IN" dirty="0">
              <a:highlight>
                <a:srgbClr val="FFFF00"/>
              </a:highlight>
            </a:endParaRPr>
          </a:p>
          <a:p>
            <a:pPr lvl="0"/>
            <a:r>
              <a:rPr lang="en-IN" b="1" dirty="0"/>
              <a:t>Manage Playlists:</a:t>
            </a:r>
            <a:r>
              <a:rPr lang="en-IN" dirty="0"/>
              <a:t> Easily create new playlists, add or remove songs, and organise your music just the way you like it.</a:t>
            </a:r>
          </a:p>
          <a:p>
            <a:pPr lvl="0"/>
            <a:r>
              <a:rPr lang="en-IN" b="1" dirty="0"/>
              <a:t>Track Your Stats:</a:t>
            </a:r>
            <a:r>
              <a:rPr lang="en-IN" dirty="0"/>
              <a:t> The app keeps count of every time you play a song, helping you see your most-played tracks and overall listening habits.</a:t>
            </a:r>
          </a:p>
          <a:p>
            <a:pPr lvl="0"/>
            <a:r>
              <a:rPr lang="en-IN" b="1" dirty="0"/>
              <a:t>Search and Sort:</a:t>
            </a:r>
            <a:r>
              <a:rPr lang="en-IN" dirty="0"/>
              <a:t> Quickly find songs by title, artist, or genre, and sort your library by what you listen to the most.</a:t>
            </a:r>
          </a:p>
          <a:p>
            <a:pPr lvl="0"/>
            <a:r>
              <a:rPr lang="en-IN" b="1" dirty="0"/>
              <a:t>Save Your Data:</a:t>
            </a:r>
            <a:r>
              <a:rPr lang="en-IN" dirty="0"/>
              <a:t> Your playlists and stats don't disappear when you close the app—everything gets safely saved to your computer so it's there next time you open it.</a:t>
            </a:r>
          </a:p>
          <a:p>
            <a:pPr algn="ctr"/>
            <a:endParaRPr lang="en-IN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2CC64-8A9A-5397-98B2-BDDB65D7E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133" y="2937933"/>
            <a:ext cx="4042833" cy="40089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3831A1-1B96-64E8-E9DF-5C6FC1417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21179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148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976D0-3288-7D2C-6203-32911C979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427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Agency FB" panose="020B0503020202020204" pitchFamily="34" charset="0"/>
              </a:rPr>
              <a:t>Topics utilised from CO1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6E9BAF-24EA-E751-8199-364C60DFE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434" y="419176"/>
            <a:ext cx="2633132" cy="3957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DF626E-E3D5-62BE-88F4-9C9A12AF9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154" y="-131234"/>
            <a:ext cx="3429000" cy="3429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10FE17C-43F7-B357-1612-CB954B202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8100" y="3538423"/>
            <a:ext cx="3429000" cy="3429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DE5351C-8F80-5C5F-69C8-9CA6E6CB08CF}"/>
              </a:ext>
            </a:extLst>
          </p:cNvPr>
          <p:cNvSpPr txBox="1"/>
          <p:nvPr/>
        </p:nvSpPr>
        <p:spPr>
          <a:xfrm>
            <a:off x="1938866" y="2835341"/>
            <a:ext cx="8314267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Bookman Old Style" panose="02050604050505020204" pitchFamily="18" charset="0"/>
              </a:rPr>
              <a:t>Variables &amp; Data types</a:t>
            </a:r>
            <a:r>
              <a:rPr lang="en-IN" dirty="0"/>
              <a:t>: </a:t>
            </a:r>
            <a:r>
              <a:rPr lang="en-IN" sz="2000" dirty="0"/>
              <a:t>storing songs and user information</a:t>
            </a:r>
            <a:endParaRPr lang="en-IN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Bookman Old Style" panose="02050604050505020204" pitchFamily="18" charset="0"/>
              </a:rPr>
              <a:t>Scanner class</a:t>
            </a:r>
            <a:r>
              <a:rPr lang="en-IN" dirty="0"/>
              <a:t>: </a:t>
            </a:r>
            <a:r>
              <a:rPr lang="en-IN" sz="2000" dirty="0"/>
              <a:t>to read input from the user while the application is running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Bookman Old Style" panose="02050604050505020204" pitchFamily="18" charset="0"/>
              </a:rPr>
              <a:t>Operators</a:t>
            </a:r>
            <a:r>
              <a:rPr lang="en-IN" sz="2000" dirty="0"/>
              <a:t>: Increment Operator (</a:t>
            </a:r>
            <a:r>
              <a:rPr lang="en-IN" dirty="0"/>
              <a:t>++</a:t>
            </a:r>
            <a:r>
              <a:rPr lang="en-IN" sz="2000" dirty="0"/>
              <a:t>), Addition Operator (</a:t>
            </a:r>
            <a:r>
              <a:rPr lang="en-IN" dirty="0"/>
              <a:t>+</a:t>
            </a:r>
            <a:r>
              <a:rPr lang="en-IN" sz="2000" dirty="0"/>
              <a:t>), Subtraction Operator (</a:t>
            </a:r>
            <a:r>
              <a:rPr lang="en-IN" dirty="0"/>
              <a:t>-</a:t>
            </a:r>
            <a:r>
              <a:rPr lang="en-IN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588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B4B08-C1A1-1418-945A-9CE2C5608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452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Agency FB" panose="020B0503020202020204" pitchFamily="34" charset="0"/>
              </a:rPr>
              <a:t>Topics utilised from CO2</a:t>
            </a:r>
            <a:endParaRPr lang="en-IN" b="1" dirty="0">
              <a:latin typeface="Bahnschrift Condensed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14A756-DC72-A34F-F284-AEEEAA1AE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294" y="577683"/>
            <a:ext cx="1839409" cy="441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E031D5-072D-B7CC-20BF-CB58E5BFE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5033" y="3619500"/>
            <a:ext cx="3429000" cy="3429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7A4D2A-46C3-736E-83D3-A29BCE2D1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8900" y="-131233"/>
            <a:ext cx="3429000" cy="3429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7AF2C7F-8CA5-DFEC-9D82-4D51F021041C}"/>
              </a:ext>
            </a:extLst>
          </p:cNvPr>
          <p:cNvSpPr txBox="1"/>
          <p:nvPr/>
        </p:nvSpPr>
        <p:spPr>
          <a:xfrm>
            <a:off x="2544231" y="3092450"/>
            <a:ext cx="710353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Bookman Old Style" panose="02050604050505020204" pitchFamily="18" charset="0"/>
              </a:rPr>
              <a:t>Selection (if, switch): </a:t>
            </a:r>
            <a:r>
              <a:rPr lang="en-IN" sz="2000" dirty="0"/>
              <a:t>menu and decision-making</a:t>
            </a:r>
          </a:p>
          <a:p>
            <a:endParaRPr lang="en-IN" sz="24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Bookman Old Style" panose="02050604050505020204" pitchFamily="18" charset="0"/>
              </a:rPr>
              <a:t>Iteration (for, do-while): </a:t>
            </a:r>
            <a:r>
              <a:rPr lang="en-IN" sz="2000" dirty="0"/>
              <a:t>display/search through songs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61749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7DDE8-BDB1-D774-3975-8B95E82B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39813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gency FB" panose="020B0503020202020204" pitchFamily="34" charset="0"/>
              </a:rPr>
              <a:t>Topics utilised from CO3</a:t>
            </a:r>
            <a:endParaRPr lang="en-IN" b="1" dirty="0">
              <a:latin typeface="Bahnschrift Condensed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8551B7-BA51-09A8-474F-B78CD9C9A5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889" y="398139"/>
            <a:ext cx="1418217" cy="3403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2608FE-C841-919D-3C67-792082A9C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2033" y="-139700"/>
            <a:ext cx="3035300" cy="3035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6D391F-F169-4EBD-0EBC-A0C21EB6D6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433" y="3648489"/>
            <a:ext cx="3429000" cy="3429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12DE11-66FA-4F98-FF03-8058E72BA64D}"/>
              </a:ext>
            </a:extLst>
          </p:cNvPr>
          <p:cNvSpPr txBox="1"/>
          <p:nvPr/>
        </p:nvSpPr>
        <p:spPr>
          <a:xfrm>
            <a:off x="1739897" y="1883365"/>
            <a:ext cx="779780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Bookman Old Style" panose="02050604050505020204" pitchFamily="18" charset="0"/>
              </a:rPr>
              <a:t>Methods (main method):</a:t>
            </a:r>
            <a:r>
              <a:rPr lang="en-IN" dirty="0"/>
              <a:t> </a:t>
            </a:r>
            <a:r>
              <a:rPr lang="en-IN" sz="2000" dirty="0"/>
              <a:t>defined 1 method and called 5 distinct built-in Java methods (though some of them were called multiple times within your loops and switch cases)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Bookman Old Style" panose="02050604050505020204" pitchFamily="18" charset="0"/>
              </a:rPr>
              <a:t>Arrays (recommendations and extraPlayCounts):</a:t>
            </a:r>
            <a:r>
              <a:rPr lang="en-IN" dirty="0"/>
              <a:t> </a:t>
            </a:r>
            <a:r>
              <a:rPr lang="en-IN" sz="2000" dirty="0"/>
              <a:t>Stored additional track data and play counts in fixed-size arrays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Bookman Old Style" panose="02050604050505020204" pitchFamily="18" charset="0"/>
              </a:rPr>
              <a:t>Recursion (</a:t>
            </a:r>
            <a:r>
              <a:rPr lang="en-IN" sz="2400" b="1" dirty="0">
                <a:latin typeface="Bookman Old Style" panose="02050604050505020204" pitchFamily="18" charset="0"/>
              </a:rPr>
              <a:t>recursiveSum</a:t>
            </a:r>
            <a:r>
              <a:rPr lang="en-IN" sz="2400" b="1" dirty="0">
                <a:effectLst/>
                <a:latin typeface="Bookman Old Style" panose="02050604050505020204" pitchFamily="18" charset="0"/>
              </a:rPr>
              <a:t> method):</a:t>
            </a:r>
            <a:r>
              <a:rPr lang="en-IN" sz="2400" dirty="0">
                <a:effectLst/>
                <a:latin typeface="Bookman Old Style" panose="02050604050505020204" pitchFamily="18" charset="0"/>
              </a:rPr>
              <a:t> </a:t>
            </a:r>
            <a:r>
              <a:rPr lang="en-IN" sz="2000" dirty="0">
                <a:effectLst/>
              </a:rPr>
              <a:t>Created a static recursive method outside of </a:t>
            </a:r>
            <a:r>
              <a:rPr lang="en-IN" sz="2000" dirty="0"/>
              <a:t>main</a:t>
            </a:r>
            <a:r>
              <a:rPr lang="en-IN" sz="2000" dirty="0">
                <a:effectLst/>
              </a:rPr>
              <a:t> that breaks down and adds up the elements of the </a:t>
            </a:r>
            <a:r>
              <a:rPr lang="en-IN" sz="2000" dirty="0"/>
              <a:t>extraPlayCounts</a:t>
            </a:r>
            <a:r>
              <a:rPr lang="en-IN" sz="2000" dirty="0">
                <a:effectLst/>
              </a:rPr>
              <a:t> array one by one until it hits the base case (</a:t>
            </a:r>
            <a:r>
              <a:rPr lang="en-IN" sz="2000" dirty="0"/>
              <a:t>index &lt; 0</a:t>
            </a:r>
            <a:r>
              <a:rPr lang="en-IN" sz="2000" dirty="0">
                <a:effectLst/>
              </a:rPr>
              <a:t>), triggered by Option 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95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AE1919-FB3E-D5B7-558A-471DBB294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" y="71001"/>
            <a:ext cx="11910407" cy="663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000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382</Words>
  <Application>Microsoft Office PowerPoint</Application>
  <PresentationFormat>Widescreen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Agency FB</vt:lpstr>
      <vt:lpstr>Algerian</vt:lpstr>
      <vt:lpstr>Aptos</vt:lpstr>
      <vt:lpstr>Aptos Display</vt:lpstr>
      <vt:lpstr>Arial</vt:lpstr>
      <vt:lpstr>Bahnschrift Condensed</vt:lpstr>
      <vt:lpstr>Bookman Old Style</vt:lpstr>
      <vt:lpstr>Office Theme</vt:lpstr>
      <vt:lpstr>Music Playlist &amp; Listening Stats Manager  </vt:lpstr>
      <vt:lpstr>PowerPoint Presentation</vt:lpstr>
      <vt:lpstr>Project Abstract</vt:lpstr>
      <vt:lpstr>Topics utilised from CO1</vt:lpstr>
      <vt:lpstr>Topics utilised from CO2</vt:lpstr>
      <vt:lpstr>Topics utilised from CO3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Srihitha Chintha</dc:creator>
  <cp:lastModifiedBy>Srihitha Chintha</cp:lastModifiedBy>
  <cp:revision>1</cp:revision>
  <dcterms:created xsi:type="dcterms:W3CDTF">2026-09-14T18:50:27Z</dcterms:created>
  <dcterms:modified xsi:type="dcterms:W3CDTF">2026-09-15T04:43:19Z</dcterms:modified>
</cp:coreProperties>
</file>